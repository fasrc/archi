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Archi Ingest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FAFC"/>
                </a:solidFill>
              </a:defRPr>
            </a:pPr>
            <a:r>
              <a:t>CPU vs GPU Embedding on FASRC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holygpu7c0717  ·  Tesla V100-PCIE-32GB  ·  2026-08-06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fasrc/archi #215  ·  Dockerfile-data-manager-gpu + base-config code_suffixes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The Problem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Embedding model: all-MiniLM-L6-v2 (22M params, 384-dim)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torch 2.6.0+cpu — CPU-only PyTorch build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Container sees 1 CPU core (nproc = 1)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32 parallel_workers contending on that 1 core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817 files × 3.2 seconds/file = 44 minutes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Meanwhile: 2× idle V100 GPUs at 0 MiB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The model is 80 MB — fits 160× in one V100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923C"/>
                </a:solidFill>
              </a:defRPr>
            </a:pPr>
            <a:r>
              <a:t>Two Blockers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1. TEI Won't Run on V100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HuggingFace TEI: compiled for Ampere (sm_80)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V100 = Volta (sm_70, compute cap 7.0)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"Runtime compute cap 70 is not compatible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with compile time compute cap 80"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No official Volta tag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2. torch CPU-Only in Data-Manager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Container ships torch 2.6.0+cpu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Even with --gpus and device: cuda:0 →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"Torch not compiled with CUDA enabled"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No Dockerfile-data-manager-gpu existed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Created Dockerfile-data-manager-gpu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FROM a2rchi-pytorch-base (torch 2.6.0+cu124)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Follows Dockerfile-chat-gpu pattern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Extended base-compose.yaml template: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GPU dockerfile selection when --gpu-ids set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NVIDIA env vars + deploy.resources block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Config: device: cpu → device: cuda:0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in embedding_class_map.HuggingFaceEmbeddings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lib.sh: added GPU_IDS variable to deploy 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923C"/>
                </a:solidFill>
              </a:defRPr>
            </a:pPr>
            <a:r>
              <a:t>Bonus Find: code_suffixes Template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Config set 23 HPC-specific code suffixes: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  .f90, .cu, .R, .sbatch, .slurm, .def, .ipynb ...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base-config.yaml template rendered git block: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  enabled ✓   visible ✓   schedule ✓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  code_suffixes ✗  ← NEVER RENDERED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Git scraper fell back to hardcoded default: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  .py, .js, .ts, .java, .go, .rs, .c, .cpp ...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  (web-app-centric — no HPC suffixes)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Silent since PR #108 (loader/collector parity)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Every ingest dropped those files — 1013 warnings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460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DE80"/>
                </a:solidFill>
              </a:defRPr>
            </a:pPr>
            <a:r>
              <a:t>Results: Embed Phase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59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53035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</a:defRPr>
            </a:pPr>
            <a:r>
              <a:t>33× faster embed phase  ·  46× faster per-file  ·  37% more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GPU embedded 1116 files (299 more from suffix fix) in 1/33 the time of 817 files on CPU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DE80"/>
                </a:solidFill>
              </a:defRPr>
            </a:pPr>
            <a:r>
              <a:t>Results: Full Ingest Pipeline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470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</a:defRPr>
            </a:pPr>
            <a:r>
              <a:t>Phase               CPU (817 files)    GPU (1116 files)   Speedup</a:t>
            </a:r>
            <a:br/>
            <a:r>
              <a:t>─────────────────────────────────────────────────────────────────</a:t>
            </a:r>
            <a:br/>
            <a:r>
              <a:t>Scrape                   8m 33s              7m 42s         1.1×</a:t>
            </a:r>
            <a:br/>
            <a:r>
              <a:t>Git + Categorize         8m 53s             12m 51s         0.7×</a:t>
            </a:r>
            <a:br/>
            <a:r>
              <a:t>Chunk+Parse+Embed       44m 34s              1m 19s        33.5×</a:t>
            </a:r>
            <a:br/>
            <a:r>
              <a:t>TOTAL                   62m 04s             21m 56s         2.8×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Corpus Impact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59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03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+299 files now indexed: Fortran (.f90), CUDA (.cu), R (.R/.Rmd), SLURM job scripts (.sbatch/.slurm),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  Singularity defs (.def), Jupyter notebooks (.ipynb), Julia (.jl), MATLAB (.m)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+831 chunks in the vectorstore — HPC examples now retrievable for the first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GPU Embedding (deploy config)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# deploy/fasrc-dev/config.yaml</a:t>
            </a:r>
            <a:br/>
            <a:r>
              <a:t>data_manager:</a:t>
            </a:r>
            <a:br/>
            <a:r>
              <a:t>  embedding_class_map:</a:t>
            </a:r>
            <a:br/>
            <a:r>
              <a:t>    HuggingFaceEmbeddings:</a:t>
            </a:r>
            <a:br/>
            <a:r>
              <a:t>      kwargs:</a:t>
            </a:r>
            <a:br/>
            <a:r>
              <a:t>        model_kwargs:</a:t>
            </a:r>
            <a:br/>
            <a:r>
              <a:t>          device: cuda:0</a:t>
            </a:r>
            <a:br/>
            <a:br/>
            <a:r>
              <a:t># deploy/fasrc-dev/scripts/lib.sh</a:t>
            </a:r>
            <a:br/>
            <a:r>
              <a:t>GPU_IDS="0"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</a:defRPr>
            </a:pPr>
            <a:r>
              <a:t>Revert to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# Remove the embedding_class_map override</a:t>
            </a:r>
            <a:br/>
            <a:r>
              <a:t># (template defaults to device: cpu)</a:t>
            </a:r>
            <a:br/>
            <a:r>
              <a:t># Set GPU_IDS="" in lib.sh</a:t>
            </a:r>
            <a:br/>
            <a:r>
              <a:t># Redeploy — uses Dockerfile-data-manager (CPU)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GPU Memory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GPU 0: 0 MiB → 824 MiB (of 32,768 MiB)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GPU 1: idle (available for future use)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GPU 2-3: vLLM Qwen 3.6 (30,260 MiB each)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all-MiniLM-L6-v2 uses 2.5% of one V100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What Changed (PR scope)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Dockerfile-data-manager-gpu (new file)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base-compose.yaml: GPU block for data-manager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base-config.yaml: render code_suffixes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deploy/fasrc-dev: device + GPU_IDS config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New bottleneck: Git clone + LLM categorize (12m 51s, was 8m 53s — more files)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    → Categorize scales linearly with file count; possible: batch the LLM calls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Incremental embedding: skip files whose content hash already has vectors in Postgres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    → A no-change re-ingest would be near-instant instead of 22 minutes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772 remaining 'disallowed suffix' warnings are legitimate (.png, .rst, .out, .dat, ...)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    → Not actionable, but could be quieted to WARNING → DEBUG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NLTK WordListCorpusReader race (#119): 6 files failed (was 10 on CPU)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    → Known lazy-load collision under parallel tokenization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Tracking: fasrc/archi #215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